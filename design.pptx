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6CC"/>
    <a:srgbClr val="F6F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1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4FD57-0B4D-456B-B9E6-02231B1F2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138971-8113-478B-BD4D-5BD783FC6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D82D86-B6AC-41D5-882C-9AC34CC9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36DA4C-FF65-422E-9240-689647CE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769711-63DD-4E9E-A5D8-CEA1F5DA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04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0D196-DDBC-4228-96E1-6DFB8D7A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0719A0-6441-4B56-9EF0-38A75A58E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93EA49-8FE3-45BB-809F-BF58294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9F5BC5-4FF2-4255-A242-106204D5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227664-E8E9-44D1-9370-7B9745C9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6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14435-E3DB-40F5-A86C-511DFE23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25CFF0-C6D3-46AA-B306-DB8EE0D4E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31F4B4-9088-461A-BB0E-E17AAAE3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B48EB1-CE23-493B-ABAF-944F832B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B910B9-9C0D-4E11-AC74-9771078B2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25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5C5B8-6C24-41C2-BF1C-23403175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33E54C-8493-4F35-A072-F53C87BB6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37DA5C-93B6-4605-9062-3217A4768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2C5D86-D8BF-4582-A5DA-01D192FF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32E53D-815B-485B-9ACF-25CAC869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D5C596-78F2-417B-B3C3-97AFE5D0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12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3B4FD-1D72-4DC5-AB5C-3CB4D255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152153-2DC8-451B-BD9A-4D4AD8789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6CEAFF-60AD-4E44-82C8-DDD290285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8F562D-22C0-4AA3-90B0-51265AFBE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F01639-F8E8-40D6-B59C-04FBED42B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607C2BF-7A15-43E2-823D-85F4B8B1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43F7BF4-311B-496D-BFE4-6F02325D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2EC25B-720A-4CE5-80D9-0C701EDD1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92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588F84-772F-4934-8DD1-A3695632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0FFE5CF-EC72-41B6-9313-6783175E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1E05BA-67A1-40DC-9721-843643FD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11A8F1-EC28-4F1B-A169-3883F844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73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08270A-F416-4B8D-A161-D68381EBC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0631D8-1278-4051-87F7-3FB8B5E9F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678165-A84A-4400-B10E-4608D174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32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2FFAB-E878-4978-8F92-40CD1ACA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1839A6-980C-49E1-B43F-21D07FB29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A73FA37-1A08-45E7-8F05-CECB2B0E9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344418-74E0-4E38-93FF-2658C468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F5F282-1E8E-4E89-B876-2F3A1F78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D94F38-54A2-4EF4-AF9B-A8735EAF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89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DEBEA0-7B39-494C-BE35-EED3D8406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C6E582F-164C-4ACF-856A-4A315156B9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AAF7FF-CDB7-4584-97B7-A9B0EF776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B3C9DA-4996-4C4C-8BA2-00B2CCE04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C4AD99-CEAC-4A55-B4D8-DBB1FAAD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18C231-F80E-4899-AEC6-BD54C54D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346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700F4-7C26-4093-91E0-BD0C2208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F4EB45-2F7A-4B17-9F6B-FE62A0459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65B9BC-A5E1-4D58-A5D6-DC82FD3E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5DA0B7-3C8E-44B0-B93C-5D260D2B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489CDF-279D-4E00-8321-AC137600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31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787ECE-BB8A-4CEA-ADDA-FCA723107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5AB413-ABDD-4486-AE6D-B4A2295C7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2B5CF2-03AB-490D-A9F3-D072AF59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1CBFED-D132-494F-AA4F-7804B382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D7F9C6-FB48-4302-8250-AC3186AA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81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FDAC60-9A33-4D10-B861-EBFF58E45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4278DF-7933-462E-8107-D499F1B2F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DCB48B-C9FD-40BB-B8A7-4037FBE8F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C1D76-0D4F-4DDD-8F64-D1F8BE4EA5BD}" type="datetimeFigureOut">
              <a:rPr lang="de-DE" smtClean="0"/>
              <a:t>02.08.2021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8D3310-CAC8-41B3-B7FA-B9F3352DA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4E3BB5-4B00-491F-A35D-21F597034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D3E43-A8C3-429A-A78A-89A8216A55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5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8DAF00A3-8531-4D79-AC28-9EEF29D567EF}"/>
              </a:ext>
            </a:extLst>
          </p:cNvPr>
          <p:cNvSpPr txBox="1"/>
          <p:nvPr/>
        </p:nvSpPr>
        <p:spPr>
          <a:xfrm>
            <a:off x="2726422" y="3167390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home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400129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003D325F-B995-4525-845F-03BCB364EF28}"/>
              </a:ext>
            </a:extLst>
          </p:cNvPr>
          <p:cNvSpPr/>
          <p:nvPr/>
        </p:nvSpPr>
        <p:spPr>
          <a:xfrm>
            <a:off x="3562525" y="954393"/>
            <a:ext cx="5040000" cy="1620000"/>
          </a:xfrm>
          <a:prstGeom prst="roundRect">
            <a:avLst>
              <a:gd name="adj" fmla="val 727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Hey there!</a:t>
            </a:r>
          </a:p>
          <a:p>
            <a:pPr algn="ctr"/>
            <a:endParaRPr lang="en-US" sz="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 am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Josey Wörmann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a tech enthusiast and programmer from Germany.</a:t>
            </a:r>
            <a:endParaRPr lang="de-D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CB5DBA31-8998-4CEC-8CDB-72C26A7E9CD6}"/>
              </a:ext>
            </a:extLst>
          </p:cNvPr>
          <p:cNvSpPr/>
          <p:nvPr/>
        </p:nvSpPr>
        <p:spPr>
          <a:xfrm>
            <a:off x="3576000" y="2821124"/>
            <a:ext cx="5040000" cy="1689980"/>
          </a:xfrm>
          <a:prstGeom prst="roundRect">
            <a:avLst>
              <a:gd name="adj" fmla="val 727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What I do:</a:t>
            </a:r>
          </a:p>
          <a:p>
            <a:pPr algn="ctr"/>
            <a:endParaRPr lang="en-US" sz="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 usually write bugs in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/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and sometimes mess up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HTML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websites in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de-D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0C365DD-EFAD-4E50-8047-F527926E3718}"/>
              </a:ext>
            </a:extLst>
          </p:cNvPr>
          <p:cNvSpPr/>
          <p:nvPr/>
        </p:nvSpPr>
        <p:spPr>
          <a:xfrm>
            <a:off x="3575999" y="4757835"/>
            <a:ext cx="2396175" cy="792000"/>
          </a:xfrm>
          <a:prstGeom prst="roundRect">
            <a:avLst>
              <a:gd name="adj" fmla="val 727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twitter</a:t>
            </a:r>
            <a:endParaRPr lang="de-D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7037AB9-6BBC-45EA-9C4B-D24A8C45436A}"/>
              </a:ext>
            </a:extLst>
          </p:cNvPr>
          <p:cNvSpPr/>
          <p:nvPr/>
        </p:nvSpPr>
        <p:spPr>
          <a:xfrm>
            <a:off x="6219825" y="4757835"/>
            <a:ext cx="2396175" cy="792000"/>
          </a:xfrm>
          <a:prstGeom prst="roundRect">
            <a:avLst>
              <a:gd name="adj" fmla="val 727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github</a:t>
            </a:r>
            <a:endParaRPr lang="de-DE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82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77BCCE-B86C-4086-9615-979848FF7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051982-E61F-4096-A515-C4C040F9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</a:t>
            </a:r>
          </a:p>
          <a:p>
            <a:r>
              <a:rPr lang="en-US" dirty="0"/>
              <a:t>normal: </a:t>
            </a:r>
            <a:r>
              <a:rPr lang="en-US" dirty="0" err="1"/>
              <a:t>reihe</a:t>
            </a:r>
            <a:r>
              <a:rPr lang="en-US" dirty="0"/>
              <a:t> 2 hat </a:t>
            </a:r>
            <a:r>
              <a:rPr lang="en-US" dirty="0" err="1"/>
              <a:t>höhe</a:t>
            </a:r>
            <a:r>
              <a:rPr lang="en-US" dirty="0"/>
              <a:t> 0 (da </a:t>
            </a:r>
            <a:r>
              <a:rPr lang="en-US" dirty="0" err="1"/>
              <a:t>ist</a:t>
            </a:r>
            <a:r>
              <a:rPr lang="en-US" dirty="0"/>
              <a:t> lanyard </a:t>
            </a:r>
            <a:r>
              <a:rPr lang="en-US" dirty="0" err="1"/>
              <a:t>drin</a:t>
            </a:r>
            <a:r>
              <a:rPr lang="en-US" dirty="0"/>
              <a:t>)</a:t>
            </a:r>
          </a:p>
          <a:p>
            <a:r>
              <a:rPr lang="en-US" dirty="0"/>
              <a:t>if lanyard, </a:t>
            </a:r>
            <a:r>
              <a:rPr lang="en-US" dirty="0" err="1"/>
              <a:t>höhe</a:t>
            </a:r>
            <a:r>
              <a:rPr lang="en-US" dirty="0"/>
              <a:t> =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höhe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5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12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Josey Constantin Wörmann</dc:creator>
  <cp:lastModifiedBy>Josey Constantin Wörmann</cp:lastModifiedBy>
  <cp:revision>12</cp:revision>
  <dcterms:created xsi:type="dcterms:W3CDTF">2021-07-27T21:43:36Z</dcterms:created>
  <dcterms:modified xsi:type="dcterms:W3CDTF">2021-08-02T21:27:28Z</dcterms:modified>
</cp:coreProperties>
</file>