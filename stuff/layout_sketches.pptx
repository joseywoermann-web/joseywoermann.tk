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B954"/>
    <a:srgbClr val="131313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D4130-BB6E-4666-AE81-92C659CF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AA5956-9377-4D5A-ABF9-B1FAE95C4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2C3937-80E7-419A-9393-4665D1A8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5B0099-0CE9-435F-8E24-A8B1C070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B80CE-D050-46E7-82BC-39E7301A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2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FD365-54F9-4352-A785-775B30AF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93A62B-39D4-4CE0-9EDC-9DA33D101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EFA1CB-111C-4675-9A9C-367B9866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C633B-43E5-4CE9-982F-D60B1172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380990-6150-47D4-A0F8-0033BDCD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50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9538E-A4AE-4FE6-B330-E1E49EB7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7629F4-6036-405A-8479-3B848E16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422460-9388-4AA6-9ED9-53CCBF39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038854-6502-4E9F-9079-CDFE3845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3C044F-0A41-4546-BB80-E01231A4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3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EFAC0-2D41-4BC3-BEDB-66280EC7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2140BC-D876-4F56-A778-F87DEE165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1AB0C1-C19D-4695-8728-EBE8B5E5D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758FA-395E-471C-846D-BCD8E678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2BC37B-82EC-49D2-B15B-F2244EC4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35273D-C62B-4AC1-8D61-F4F0DA4A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099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BB974-4E9A-4EB0-B5CC-C363D075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2577E0-4D86-424C-9DB1-EB69DA35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76557B-2B4B-41BC-9CFB-20DE2A3E4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D5D906-875D-48C1-9BF5-13355DF5D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FDAFCC-76D9-4256-8B96-AB630883E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E6D23C-7F10-4CD3-906A-1A867145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007256-A454-448C-8024-E8628DC6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1752E3-8BA7-464E-9851-46C0AD26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96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262DB-067A-42AF-8D87-D4522261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604CBA-2B1C-4876-8D93-9EA22709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8704ED-C45A-4445-BD99-D03582FF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B677F5-CCA0-4C47-A701-4EC05DDC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38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A5D0F2-BD08-4390-AC7A-65F495BA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2F69EE-013B-42DE-B127-30C5BE07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1C4F98-7A27-4956-92D1-560CD7E1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34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B9F2BE-4397-4102-BC77-D7BD04EA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84AD21-059C-4B2B-ADCC-9BFEF915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9AD330-3DE0-4191-9B7C-EC3530740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1B527B-4FD0-4CB2-9C0B-12C19972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68836C-0B88-45A3-B115-F2D044AE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D25B12-1D41-4ED3-BFFD-21BB88D2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77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F02B3-5640-48D3-A2D8-118073BF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344FFD-0153-41BF-8426-95DB6F38F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B537D9-9161-4C65-83F5-693B5CCA5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CC250E-FBDE-48C2-A60C-EBEEB6E5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381BB8-2A92-4AB6-BB4D-5F875EA1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41772A-DF1F-459D-BD0C-C69E0A5A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08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CEC5C-1E19-4C7D-88F7-EDAEAAA1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09BD2A-3D0B-48EB-AA60-31D0C94D6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5D26B-D0EE-4616-BCE0-11B96EB8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E3984-6A1E-4E5E-A4DC-686CBC48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1FA616-CFA5-4F89-AB75-F0C225F8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94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C1E61-AAD1-4C59-8AA4-B36336C1F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2D9737-69E3-424E-A794-4978E64CA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0A8CF9-E8F6-4959-82AD-4282AADB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86D2A-B17F-4F21-94C7-6CFC43D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213792-17C6-4A7B-92A1-1260DD51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78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309AB4-C89B-4B93-8600-0CD6C8D0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58629D-8D4A-4996-B634-6624557A2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C9BEE-3FB7-4E36-B600-30AF8B220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D275-1CBF-4F78-876E-30D195C0EF8B}" type="datetimeFigureOut">
              <a:rPr lang="de-DE" smtClean="0"/>
              <a:t>20.05.2021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58C22-C000-45E3-AA31-DE40B9A7A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E7050-B761-4A61-B0CA-C297F2770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9A559-E0DD-4166-BAA6-814D3CC5A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538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EE79C27-CD88-45C6-8FEF-CF562D7C78EE}"/>
              </a:ext>
            </a:extLst>
          </p:cNvPr>
          <p:cNvSpPr txBox="1"/>
          <p:nvPr/>
        </p:nvSpPr>
        <p:spPr>
          <a:xfrm>
            <a:off x="5819749" y="1501030"/>
            <a:ext cx="535723" cy="3709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G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R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I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9EFF55D-C9D2-4CF9-89BD-643F1172CD9E}"/>
              </a:ext>
            </a:extLst>
          </p:cNvPr>
          <p:cNvSpPr/>
          <p:nvPr/>
        </p:nvSpPr>
        <p:spPr>
          <a:xfrm>
            <a:off x="1610686" y="2829187"/>
            <a:ext cx="3098733" cy="1199626"/>
          </a:xfrm>
          <a:prstGeom prst="roundRect">
            <a:avLst>
              <a:gd name="adj" fmla="val 11582"/>
            </a:avLst>
          </a:prstGeom>
          <a:solidFill>
            <a:srgbClr val="13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</a:t>
            </a:r>
            <a:r>
              <a:rPr lang="en-US" sz="1400" dirty="0"/>
              <a:t>Spotify</a:t>
            </a:r>
          </a:p>
          <a:p>
            <a:pPr algn="ctr"/>
            <a:r>
              <a:rPr lang="en-US" dirty="0"/>
              <a:t>                   </a:t>
            </a:r>
            <a:r>
              <a:rPr lang="en-US" sz="2400" dirty="0"/>
              <a:t>Sample Title</a:t>
            </a:r>
            <a:br>
              <a:rPr lang="en-US" dirty="0"/>
            </a:br>
            <a:r>
              <a:rPr lang="en-US" dirty="0"/>
              <a:t>                   </a:t>
            </a:r>
            <a:r>
              <a:rPr lang="en-US" sz="1400" dirty="0"/>
              <a:t>by Sample Artist</a:t>
            </a: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53A4EF-39C8-4D8E-BEAF-035ABDAC60FA}"/>
              </a:ext>
            </a:extLst>
          </p:cNvPr>
          <p:cNvSpPr txBox="1"/>
          <p:nvPr/>
        </p:nvSpPr>
        <p:spPr>
          <a:xfrm>
            <a:off x="7465802" y="235486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F32069-FAF2-45C8-A751-FEB9CDF3743C}"/>
              </a:ext>
            </a:extLst>
          </p:cNvPr>
          <p:cNvSpPr txBox="1"/>
          <p:nvPr/>
        </p:nvSpPr>
        <p:spPr>
          <a:xfrm>
            <a:off x="7482581" y="3137483"/>
            <a:ext cx="1526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projects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428F5D-9291-4C67-9850-57789B6E1C1E}"/>
              </a:ext>
            </a:extLst>
          </p:cNvPr>
          <p:cNvSpPr txBox="1"/>
          <p:nvPr/>
        </p:nvSpPr>
        <p:spPr>
          <a:xfrm>
            <a:off x="7482581" y="3920101"/>
            <a:ext cx="906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blog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504B4CD-5312-4C50-944D-78757A5ECFF1}"/>
              </a:ext>
            </a:extLst>
          </p:cNvPr>
          <p:cNvSpPr/>
          <p:nvPr/>
        </p:nvSpPr>
        <p:spPr>
          <a:xfrm>
            <a:off x="1757892" y="2939640"/>
            <a:ext cx="972000" cy="972000"/>
          </a:xfrm>
          <a:prstGeom prst="roundRect">
            <a:avLst>
              <a:gd name="adj" fmla="val 1158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6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EE79C27-CD88-45C6-8FEF-CF562D7C78EE}"/>
              </a:ext>
            </a:extLst>
          </p:cNvPr>
          <p:cNvSpPr txBox="1"/>
          <p:nvPr/>
        </p:nvSpPr>
        <p:spPr>
          <a:xfrm>
            <a:off x="5819749" y="1501030"/>
            <a:ext cx="535723" cy="3709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G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R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I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F32069-FAF2-45C8-A751-FEB9CDF3743C}"/>
              </a:ext>
            </a:extLst>
          </p:cNvPr>
          <p:cNvSpPr txBox="1"/>
          <p:nvPr/>
        </p:nvSpPr>
        <p:spPr>
          <a:xfrm>
            <a:off x="7482581" y="1988190"/>
            <a:ext cx="355257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  <a:p>
            <a:r>
              <a:rPr lang="en-US" sz="3200" dirty="0">
                <a:solidFill>
                  <a:schemeClr val="bg1"/>
                </a:solidFill>
              </a:rPr>
              <a:t>some text goes here</a:t>
            </a:r>
          </a:p>
        </p:txBody>
      </p:sp>
      <p:sp>
        <p:nvSpPr>
          <p:cNvPr id="2" name="Pfeil: nach links 1">
            <a:extLst>
              <a:ext uri="{FF2B5EF4-FFF2-40B4-BE49-F238E27FC236}">
                <a16:creationId xmlns:a16="http://schemas.microsoft.com/office/drawing/2014/main" id="{26375758-71B8-4442-9378-0D177FBE64E3}"/>
              </a:ext>
            </a:extLst>
          </p:cNvPr>
          <p:cNvSpPr/>
          <p:nvPr/>
        </p:nvSpPr>
        <p:spPr>
          <a:xfrm>
            <a:off x="1781660" y="2862743"/>
            <a:ext cx="2910980" cy="1132514"/>
          </a:xfrm>
          <a:prstGeom prst="leftArrow">
            <a:avLst>
              <a:gd name="adj1" fmla="val 50000"/>
              <a:gd name="adj2" fmla="val 76667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back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74323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Breitbild</PresentationFormat>
  <Paragraphs>22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Josey Constantin Wörmann</dc:creator>
  <cp:lastModifiedBy>Josey Constantin Wörmann</cp:lastModifiedBy>
  <cp:revision>6</cp:revision>
  <dcterms:created xsi:type="dcterms:W3CDTF">2021-04-17T20:57:18Z</dcterms:created>
  <dcterms:modified xsi:type="dcterms:W3CDTF">2021-05-20T20:27:17Z</dcterms:modified>
</cp:coreProperties>
</file>